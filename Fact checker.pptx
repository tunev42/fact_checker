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1" r:id="rId6"/>
    <p:sldId id="257" r:id="rId7"/>
    <p:sldId id="259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27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82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5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828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55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1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53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2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65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36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74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C76DE-8D1B-4D2E-986D-29018025659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A17E1-BE24-4137-8440-8AAD39900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46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74319"/>
            <a:ext cx="9144000" cy="83991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Fact checker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888806"/>
            <a:ext cx="9144000" cy="1655762"/>
          </a:xfrm>
        </p:spPr>
        <p:txBody>
          <a:bodyPr/>
          <a:lstStyle/>
          <a:p>
            <a:r>
              <a:rPr lang="ru-RU" dirty="0" smtClean="0"/>
              <a:t>Создано Тунёвом Константином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898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10123"/>
            <a:ext cx="10515600" cy="83229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Зачем нужен этот проект?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40410" y="1873695"/>
            <a:ext cx="10515600" cy="3914457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tx1"/>
                </a:solidFill>
              </a:rPr>
              <a:t>Данный проект нужен для новостных каналов, чтобы проверять неправдивые новости из недостоверных источников.</a:t>
            </a:r>
          </a:p>
          <a:p>
            <a:r>
              <a:rPr lang="ru-RU" sz="4000" dirty="0" smtClean="0">
                <a:solidFill>
                  <a:schemeClr val="tx1"/>
                </a:solidFill>
              </a:rPr>
              <a:t>Такие как: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‘flat-earth.ru’, ‘truther.com’, ‘conspiracy.net’, ‘worldtruth.tv’, ‘beforeitsnews.com’, </a:t>
            </a:r>
            <a:r>
              <a:rPr lang="ru-RU" sz="4000" dirty="0" smtClean="0">
                <a:solidFill>
                  <a:schemeClr val="tx1"/>
                </a:solidFill>
              </a:rPr>
              <a:t>и т.д.</a:t>
            </a:r>
            <a:endParaRPr lang="ru-R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11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82880"/>
            <a:ext cx="10515600" cy="1023747"/>
          </a:xfrm>
        </p:spPr>
        <p:txBody>
          <a:bodyPr/>
          <a:lstStyle/>
          <a:p>
            <a:r>
              <a:rPr lang="ru-RU" dirty="0" smtClean="0"/>
              <a:t>Где это будет работать?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1563625"/>
            <a:ext cx="9886950" cy="595375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 </a:t>
            </a:r>
            <a:r>
              <a:rPr lang="ru-RU" sz="4400" dirty="0" smtClean="0">
                <a:solidFill>
                  <a:schemeClr val="tx1"/>
                </a:solidFill>
              </a:rPr>
              <a:t>Мой проект будет работать 24</a:t>
            </a:r>
            <a:r>
              <a:rPr lang="en-US" sz="4400" dirty="0" smtClean="0">
                <a:solidFill>
                  <a:schemeClr val="tx1"/>
                </a:solidFill>
              </a:rPr>
              <a:t>/7 </a:t>
            </a:r>
            <a:r>
              <a:rPr lang="ru-RU" sz="4400" dirty="0" smtClean="0">
                <a:solidFill>
                  <a:schemeClr val="tx1"/>
                </a:solidFill>
              </a:rPr>
              <a:t>в сети.</a:t>
            </a:r>
            <a:endParaRPr lang="ru-RU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03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"/>
            <a:ext cx="10515600" cy="84124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Когда будет актуален этот проект?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1115569"/>
            <a:ext cx="10515600" cy="850391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Мой проект будет актуален всегда, ведь дезинформация выходит каждый день.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45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Дорожная карта проекта: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1-2) Изучение библиотеки </a:t>
            </a:r>
            <a:r>
              <a:rPr lang="en-US" dirty="0" err="1" smtClean="0"/>
              <a:t>FactVerefiAI</a:t>
            </a:r>
            <a:r>
              <a:rPr lang="ru-RU" dirty="0" smtClean="0"/>
              <a:t> и поиск прототипов.</a:t>
            </a:r>
          </a:p>
          <a:p>
            <a:r>
              <a:rPr lang="ru-RU" dirty="0" smtClean="0"/>
              <a:t>3</a:t>
            </a:r>
            <a:r>
              <a:rPr lang="ru-RU" dirty="0" smtClean="0"/>
              <a:t>-4) Изучение достоверных источников и изучение </a:t>
            </a:r>
            <a:r>
              <a:rPr lang="en-US" dirty="0" smtClean="0"/>
              <a:t>CSS</a:t>
            </a:r>
            <a:r>
              <a:rPr lang="ru-RU" dirty="0" smtClean="0"/>
              <a:t>-стилей.</a:t>
            </a:r>
          </a:p>
          <a:p>
            <a:r>
              <a:rPr lang="ru-RU" dirty="0"/>
              <a:t>5</a:t>
            </a:r>
            <a:r>
              <a:rPr lang="ru-RU" dirty="0" smtClean="0"/>
              <a:t>-6) Определение целевой аудитории и пробный код.</a:t>
            </a:r>
            <a:endParaRPr lang="ru-RU" dirty="0" smtClean="0"/>
          </a:p>
          <a:p>
            <a:r>
              <a:rPr lang="ru-RU" dirty="0" smtClean="0"/>
              <a:t>7-8) Тестирование и сдача прототипа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05364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Все модули проекта можно посмотреть в моём репозитории на </a:t>
            </a:r>
            <a:r>
              <a:rPr lang="en-US" dirty="0" smtClean="0"/>
              <a:t>github</a:t>
            </a:r>
            <a:r>
              <a:rPr lang="en-US" dirty="0" smtClean="0"/>
              <a:t>.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77193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01168"/>
            <a:ext cx="10515600" cy="959739"/>
          </a:xfrm>
        </p:spPr>
        <p:txBody>
          <a:bodyPr/>
          <a:lstStyle/>
          <a:p>
            <a:r>
              <a:rPr lang="ru-RU" dirty="0" smtClean="0"/>
              <a:t>Экономическая логика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1234441"/>
            <a:ext cx="10515600" cy="491007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Экономическая логика моего проекта будет основываться на </a:t>
            </a:r>
            <a:r>
              <a:rPr lang="en-US" dirty="0" smtClean="0">
                <a:solidFill>
                  <a:schemeClr val="tx1"/>
                </a:solidFill>
              </a:rPr>
              <a:t>B2B </a:t>
            </a:r>
            <a:r>
              <a:rPr lang="ru-RU" dirty="0" smtClean="0">
                <a:solidFill>
                  <a:schemeClr val="tx1"/>
                </a:solidFill>
              </a:rPr>
              <a:t>и </a:t>
            </a:r>
            <a:r>
              <a:rPr lang="en-US" dirty="0" smtClean="0">
                <a:solidFill>
                  <a:schemeClr val="tx1"/>
                </a:solidFill>
              </a:rPr>
              <a:t>B2G</a:t>
            </a:r>
            <a:r>
              <a:rPr lang="ru-RU" dirty="0" smtClean="0">
                <a:solidFill>
                  <a:schemeClr val="tx1"/>
                </a:solidFill>
              </a:rPr>
              <a:t>: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1) В случаи </a:t>
            </a:r>
            <a:r>
              <a:rPr lang="en-US" dirty="0" smtClean="0">
                <a:solidFill>
                  <a:schemeClr val="tx1"/>
                </a:solidFill>
              </a:rPr>
              <a:t>B2G –</a:t>
            </a:r>
            <a:r>
              <a:rPr lang="ru-RU" dirty="0" smtClean="0">
                <a:solidFill>
                  <a:schemeClr val="tx1"/>
                </a:solidFill>
              </a:rPr>
              <a:t> Продажа проекта государственным новостным каналам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Таким как: «Россия-1», «Россия-24 (ВГТРК)», «Первый канал», «Пятый канал»,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«Звезда», «ТВ Центр», «Мир» и т.д. цена проекта будет обговариваться лично.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2) В случаи </a:t>
            </a:r>
            <a:r>
              <a:rPr lang="en-US" dirty="0" smtClean="0">
                <a:solidFill>
                  <a:schemeClr val="tx1"/>
                </a:solidFill>
              </a:rPr>
              <a:t> B2B </a:t>
            </a:r>
            <a:r>
              <a:rPr lang="ru-RU" dirty="0" smtClean="0">
                <a:solidFill>
                  <a:schemeClr val="tx1"/>
                </a:solidFill>
              </a:rPr>
              <a:t>– Продажа проекта негосударственным новостным каналам  Таким как: «РБК», «</a:t>
            </a:r>
            <a:r>
              <a:rPr lang="en-US" dirty="0" smtClean="0">
                <a:solidFill>
                  <a:schemeClr val="tx1"/>
                </a:solidFill>
              </a:rPr>
              <a:t>RTVI</a:t>
            </a:r>
            <a:r>
              <a:rPr lang="ru-RU" dirty="0" smtClean="0">
                <a:solidFill>
                  <a:schemeClr val="tx1"/>
                </a:solidFill>
              </a:rPr>
              <a:t>», «Настоящее Время», «Ю» цена проекта будет обговариваться </a:t>
            </a:r>
            <a:r>
              <a:rPr lang="ru-RU" dirty="0" smtClean="0">
                <a:solidFill>
                  <a:schemeClr val="tx1"/>
                </a:solidFill>
              </a:rPr>
              <a:t>лично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89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225</Words>
  <Application>Microsoft Office PowerPoint</Application>
  <PresentationFormat>Широкоэкранный</PresentationFormat>
  <Paragraphs>22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Fact checker</vt:lpstr>
      <vt:lpstr>Зачем нужен этот проект?</vt:lpstr>
      <vt:lpstr>Где это будет работать?</vt:lpstr>
      <vt:lpstr>Когда будет актуален этот проект?</vt:lpstr>
      <vt:lpstr>Дорожная карта проекта:</vt:lpstr>
      <vt:lpstr>Все модули проекта можно посмотреть в моём репозитории на github. </vt:lpstr>
      <vt:lpstr>Экономическая логика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 checker</dc:title>
  <dc:creator>Учетная запись Майкрософт</dc:creator>
  <cp:lastModifiedBy>Учетная запись Майкрософт</cp:lastModifiedBy>
  <cp:revision>10</cp:revision>
  <dcterms:created xsi:type="dcterms:W3CDTF">2026-03-21T06:20:33Z</dcterms:created>
  <dcterms:modified xsi:type="dcterms:W3CDTF">2026-04-18T07:00:18Z</dcterms:modified>
</cp:coreProperties>
</file>