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61" r:id="rId5"/>
    <p:sldId id="259" r:id="rId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581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C76DE-8D1B-4D2E-986D-290180256597}" type="datetimeFigureOut">
              <a:rPr lang="ru-RU" smtClean="0"/>
              <a:t>21.03.2026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A17E1-BE24-4137-8440-8AAD39900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22783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C76DE-8D1B-4D2E-986D-290180256597}" type="datetimeFigureOut">
              <a:rPr lang="ru-RU" smtClean="0"/>
              <a:t>21.03.2026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A17E1-BE24-4137-8440-8AAD39900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7825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C76DE-8D1B-4D2E-986D-290180256597}" type="datetimeFigureOut">
              <a:rPr lang="ru-RU" smtClean="0"/>
              <a:t>21.03.2026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A17E1-BE24-4137-8440-8AAD39900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2511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C76DE-8D1B-4D2E-986D-290180256597}" type="datetimeFigureOut">
              <a:rPr lang="ru-RU" smtClean="0"/>
              <a:t>21.03.2026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A17E1-BE24-4137-8440-8AAD39900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68283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C76DE-8D1B-4D2E-986D-290180256597}" type="datetimeFigureOut">
              <a:rPr lang="ru-RU" smtClean="0"/>
              <a:t>21.03.2026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A17E1-BE24-4137-8440-8AAD39900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45599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C76DE-8D1B-4D2E-986D-290180256597}" type="datetimeFigureOut">
              <a:rPr lang="ru-RU" smtClean="0"/>
              <a:t>21.03.2026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A17E1-BE24-4137-8440-8AAD39900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4150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C76DE-8D1B-4D2E-986D-290180256597}" type="datetimeFigureOut">
              <a:rPr lang="ru-RU" smtClean="0"/>
              <a:t>21.03.2026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A17E1-BE24-4137-8440-8AAD39900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35351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C76DE-8D1B-4D2E-986D-290180256597}" type="datetimeFigureOut">
              <a:rPr lang="ru-RU" smtClean="0"/>
              <a:t>21.03.2026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A17E1-BE24-4137-8440-8AAD39900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6239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C76DE-8D1B-4D2E-986D-290180256597}" type="datetimeFigureOut">
              <a:rPr lang="ru-RU" smtClean="0"/>
              <a:t>21.03.2026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A17E1-BE24-4137-8440-8AAD39900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9652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C76DE-8D1B-4D2E-986D-290180256597}" type="datetimeFigureOut">
              <a:rPr lang="ru-RU" smtClean="0"/>
              <a:t>21.03.2026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A17E1-BE24-4137-8440-8AAD39900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63652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C76DE-8D1B-4D2E-986D-290180256597}" type="datetimeFigureOut">
              <a:rPr lang="ru-RU" smtClean="0"/>
              <a:t>21.03.2026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A17E1-BE24-4137-8440-8AAD39900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77453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9C76DE-8D1B-4D2E-986D-290180256597}" type="datetimeFigureOut">
              <a:rPr lang="ru-RU" smtClean="0"/>
              <a:t>21.03.2026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1A17E1-BE24-4137-8440-8AAD39900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84618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274319"/>
            <a:ext cx="9144000" cy="839915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Fact checker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2888806"/>
            <a:ext cx="9144000" cy="1655762"/>
          </a:xfrm>
        </p:spPr>
        <p:txBody>
          <a:bodyPr/>
          <a:lstStyle/>
          <a:p>
            <a:r>
              <a:rPr lang="ru-RU" dirty="0" smtClean="0"/>
              <a:t>Создано Тунёвом Константином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789877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210123"/>
            <a:ext cx="10515600" cy="832293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Зачем нужен этот проект?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40410" y="1873695"/>
            <a:ext cx="10515600" cy="3914457"/>
          </a:xfrm>
        </p:spPr>
        <p:txBody>
          <a:bodyPr>
            <a:normAutofit/>
          </a:bodyPr>
          <a:lstStyle/>
          <a:p>
            <a:r>
              <a:rPr lang="ru-RU" sz="4000" dirty="0" smtClean="0"/>
              <a:t>Данный проект нужен для новостных каналов, чтобы проверять неправдивые новости из недостоверных источников.</a:t>
            </a:r>
          </a:p>
          <a:p>
            <a:r>
              <a:rPr lang="ru-RU" sz="4000" dirty="0" smtClean="0"/>
              <a:t>Такие как:</a:t>
            </a:r>
          </a:p>
          <a:p>
            <a:r>
              <a:rPr lang="en-US" sz="4000" dirty="0" smtClean="0"/>
              <a:t>‘flat-earth.ru’, ‘truther.com’, ‘conspiracy.net’, ‘worldtruth.tv’, ‘beforeitsnews.com’, </a:t>
            </a:r>
            <a:r>
              <a:rPr lang="ru-RU" sz="4000" dirty="0" smtClean="0"/>
              <a:t>и т.д.</a:t>
            </a:r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20501121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Все модули проекта можно посмотреть в моём </a:t>
            </a:r>
            <a:r>
              <a:rPr lang="ru-RU" dirty="0" err="1" smtClean="0"/>
              <a:t>репозитории</a:t>
            </a:r>
            <a:r>
              <a:rPr lang="ru-RU" dirty="0" smtClean="0"/>
              <a:t> на </a:t>
            </a:r>
            <a:r>
              <a:rPr lang="en-US" dirty="0" err="1" smtClean="0"/>
              <a:t>github</a:t>
            </a:r>
            <a:r>
              <a:rPr lang="en-US" dirty="0"/>
              <a:t>.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0331" y="1825625"/>
            <a:ext cx="4351338" cy="4351338"/>
          </a:xfrm>
        </p:spPr>
      </p:pic>
    </p:spTree>
    <p:extLst>
      <p:ext uri="{BB962C8B-B14F-4D97-AF65-F5344CB8AC3E}">
        <p14:creationId xmlns:p14="http://schemas.microsoft.com/office/powerpoint/2010/main" val="2771931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Дорожная карта проекта: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3648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201168"/>
            <a:ext cx="10515600" cy="959739"/>
          </a:xfrm>
        </p:spPr>
        <p:txBody>
          <a:bodyPr/>
          <a:lstStyle/>
          <a:p>
            <a:r>
              <a:rPr lang="ru-RU" dirty="0" smtClean="0"/>
              <a:t>Экономическая логика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1234441"/>
            <a:ext cx="10515600" cy="4910074"/>
          </a:xfrm>
        </p:spPr>
        <p:txBody>
          <a:bodyPr>
            <a:normAutofit/>
          </a:bodyPr>
          <a:lstStyle/>
          <a:p>
            <a:r>
              <a:rPr lang="ru-RU" dirty="0" smtClean="0"/>
              <a:t>Экономическая логика моего проекта будет основываться на </a:t>
            </a:r>
            <a:r>
              <a:rPr lang="en-US" dirty="0" smtClean="0"/>
              <a:t>B2B </a:t>
            </a:r>
            <a:r>
              <a:rPr lang="ru-RU" dirty="0" smtClean="0"/>
              <a:t>и </a:t>
            </a:r>
            <a:r>
              <a:rPr lang="en-US" dirty="0" smtClean="0"/>
              <a:t>B2G</a:t>
            </a:r>
            <a:r>
              <a:rPr lang="ru-RU" dirty="0" smtClean="0"/>
              <a:t>:</a:t>
            </a:r>
            <a:endParaRPr lang="en-US" dirty="0" smtClean="0"/>
          </a:p>
          <a:p>
            <a:r>
              <a:rPr lang="ru-RU" dirty="0" smtClean="0"/>
              <a:t>1) В случаи </a:t>
            </a:r>
            <a:r>
              <a:rPr lang="en-US" dirty="0" smtClean="0"/>
              <a:t>B2G –</a:t>
            </a:r>
            <a:r>
              <a:rPr lang="ru-RU" dirty="0" smtClean="0"/>
              <a:t> Продажа проекта государственным новостным каналам</a:t>
            </a:r>
          </a:p>
          <a:p>
            <a:r>
              <a:rPr lang="ru-RU" dirty="0" smtClean="0"/>
              <a:t>Таким как: «Россия-1», «Россия-24 (ВГТРК)», «Первый канал», «Пятый канал»,</a:t>
            </a:r>
          </a:p>
          <a:p>
            <a:r>
              <a:rPr lang="ru-RU" dirty="0" smtClean="0"/>
              <a:t>«Звезда», «ТВ Центр», «Мир» и т.д. цена проекта будет обговариваться лично.</a:t>
            </a:r>
          </a:p>
          <a:p>
            <a:r>
              <a:rPr lang="ru-RU" dirty="0" smtClean="0"/>
              <a:t>2) В случаи </a:t>
            </a:r>
            <a:r>
              <a:rPr lang="en-US" dirty="0" smtClean="0"/>
              <a:t> B2B </a:t>
            </a:r>
            <a:r>
              <a:rPr lang="ru-RU" dirty="0" smtClean="0"/>
              <a:t>– Продажа проекта негосударственным новостным каналам  Таким как: «РБК», «</a:t>
            </a:r>
            <a:r>
              <a:rPr lang="en-US" dirty="0" smtClean="0"/>
              <a:t>RTVI</a:t>
            </a:r>
            <a:r>
              <a:rPr lang="ru-RU" dirty="0" smtClean="0"/>
              <a:t>», «Настоящее Время», «Ю» цена проекта будет обговариваться лично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608960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155</Words>
  <Application>Microsoft Office PowerPoint</Application>
  <PresentationFormat>Широкоэкранный</PresentationFormat>
  <Paragraphs>14</Paragraphs>
  <Slides>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Тема Office</vt:lpstr>
      <vt:lpstr>Fact checker</vt:lpstr>
      <vt:lpstr>Зачем нужен этот проект?</vt:lpstr>
      <vt:lpstr>Все модули проекта можно посмотреть в моём репозитории на github.</vt:lpstr>
      <vt:lpstr>Дорожная карта проекта:</vt:lpstr>
      <vt:lpstr>Экономическая логика</vt:lpstr>
    </vt:vector>
  </TitlesOfParts>
  <Company>SPecialiST RePack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Fact checker</dc:title>
  <dc:creator>Учетная запись Майкрософт</dc:creator>
  <cp:lastModifiedBy>Учетная запись Майкрософт</cp:lastModifiedBy>
  <cp:revision>5</cp:revision>
  <dcterms:created xsi:type="dcterms:W3CDTF">2026-03-21T06:20:33Z</dcterms:created>
  <dcterms:modified xsi:type="dcterms:W3CDTF">2026-03-21T07:03:19Z</dcterms:modified>
</cp:coreProperties>
</file>